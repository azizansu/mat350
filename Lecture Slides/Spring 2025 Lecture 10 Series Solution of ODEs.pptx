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handoutMasterIdLst>
    <p:handoutMasterId r:id="rId18"/>
  </p:handoutMasterIdLst>
  <p:sldIdLst>
    <p:sldId id="257" r:id="rId2"/>
    <p:sldId id="259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</p:sldIdLst>
  <p:sldSz cx="9144000" cy="6858000" type="screen4x3"/>
  <p:notesSz cx="9874250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D108A-08F5-4C4D-AEBD-D9F02DCDD4E7}" type="datetimeFigureOut">
              <a:rPr lang="en-US" smtClean="0"/>
              <a:pPr/>
              <a:t>10/29/2023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7C805-6A81-4307-8EE1-7D88BE8B4A0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37309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10/29/2023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3124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8634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3925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5801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9511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67520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1538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2065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6042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25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1278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283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5583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67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60990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96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10/29/2023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45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798238"/>
            <a:ext cx="6172200" cy="1596165"/>
          </a:xfrm>
          <a:prstGeom prst="rect">
            <a:avLst/>
          </a:prstGeom>
        </p:spPr>
        <p:txBody>
          <a:bodyPr vert="horz" anchor="b">
            <a:normAutofit fontScale="90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sz="3000" b="1" cap="small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Engineering mathematics</a:t>
            </a: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00298" y="3071810"/>
            <a:ext cx="52864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/>
              <a:t>Power  Series Solutions of ODEs</a:t>
            </a:r>
            <a:endParaRPr lang="en-AU" sz="1100" b="1" dirty="0"/>
          </a:p>
          <a:p>
            <a:endParaRPr lang="en-AU" sz="20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Lecture: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642910" y="357166"/>
            <a:ext cx="7223424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357290" y="1785926"/>
            <a:ext cx="4957176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0298" y="2357429"/>
            <a:ext cx="3857652" cy="81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071538" y="3428999"/>
            <a:ext cx="7072362" cy="112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142976" y="4857760"/>
            <a:ext cx="6544391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1202444" y="357166"/>
            <a:ext cx="7834052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1605804" y="4578578"/>
            <a:ext cx="7286676" cy="227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2786050" y="2285992"/>
            <a:ext cx="3286148" cy="98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3786182" y="3143248"/>
            <a:ext cx="4663449" cy="1340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857232"/>
            <a:ext cx="8001024" cy="72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lum bright="-9000" contrast="19000"/>
          </a:blip>
          <a:srcRect/>
          <a:stretch>
            <a:fillRect/>
          </a:stretch>
        </p:blipFill>
        <p:spPr bwMode="auto">
          <a:xfrm>
            <a:off x="571472" y="1785926"/>
            <a:ext cx="814922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2000"/>
          </a:blip>
          <a:srcRect/>
          <a:stretch>
            <a:fillRect/>
          </a:stretch>
        </p:blipFill>
        <p:spPr bwMode="auto">
          <a:xfrm>
            <a:off x="642910" y="285728"/>
            <a:ext cx="7881560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785786" y="571480"/>
            <a:ext cx="7072362" cy="391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714348" y="500042"/>
            <a:ext cx="770816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1844" y="500042"/>
            <a:ext cx="46863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142984"/>
            <a:ext cx="8164315" cy="243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lum bright="-14000" contrast="21000"/>
          </a:blip>
          <a:srcRect/>
          <a:stretch>
            <a:fillRect/>
          </a:stretch>
        </p:blipFill>
        <p:spPr bwMode="auto">
          <a:xfrm>
            <a:off x="1418338" y="4143380"/>
            <a:ext cx="6898078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643041" y="642918"/>
            <a:ext cx="317184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071670" y="1357298"/>
            <a:ext cx="3071834" cy="400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189652" y="1857364"/>
            <a:ext cx="7774836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432280" y="3786190"/>
            <a:ext cx="2571768" cy="46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248522" y="4357694"/>
            <a:ext cx="2971550" cy="566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130121" y="5214950"/>
            <a:ext cx="783436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131006" y="21429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Example-1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1006" y="342900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Example-2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714356"/>
            <a:ext cx="792088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28662" y="21429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Example-3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lum bright="-16000" contrast="6000"/>
          </a:blip>
          <a:srcRect/>
          <a:stretch>
            <a:fillRect/>
          </a:stretch>
        </p:blipFill>
        <p:spPr bwMode="auto">
          <a:xfrm>
            <a:off x="1218964" y="2428868"/>
            <a:ext cx="7529500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15000"/>
          </a:blip>
          <a:srcRect/>
          <a:stretch>
            <a:fillRect/>
          </a:stretch>
        </p:blipFill>
        <p:spPr bwMode="auto">
          <a:xfrm>
            <a:off x="1176036" y="5429265"/>
            <a:ext cx="7572428" cy="87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2" cstate="print">
            <a:lum bright="-9000" contrast="22000"/>
          </a:blip>
          <a:srcRect/>
          <a:stretch>
            <a:fillRect/>
          </a:stretch>
        </p:blipFill>
        <p:spPr bwMode="auto">
          <a:xfrm>
            <a:off x="1488767" y="4500570"/>
            <a:ext cx="6884718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929586" y="507207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(4)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9" y="286298"/>
            <a:ext cx="2571768" cy="460211"/>
          </a:xfrm>
          <a:prstGeom prst="rect">
            <a:avLst/>
          </a:prstGeom>
          <a:noFill/>
          <a:ln w="9525" cmpd="sng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7624" y="1072116"/>
            <a:ext cx="7800735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5" cstate="print">
            <a:lum bright="-9000" contrast="22000"/>
          </a:blip>
          <a:srcRect/>
          <a:stretch>
            <a:fillRect/>
          </a:stretch>
        </p:blipFill>
        <p:spPr bwMode="auto">
          <a:xfrm>
            <a:off x="2546657" y="2500876"/>
            <a:ext cx="5530581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 cstate="print">
            <a:lum bright="-9000" contrast="22000"/>
          </a:blip>
          <a:srcRect/>
          <a:stretch>
            <a:fillRect/>
          </a:stretch>
        </p:blipFill>
        <p:spPr bwMode="auto">
          <a:xfrm>
            <a:off x="3689665" y="3501008"/>
            <a:ext cx="452725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 cstate="print">
            <a:lum bright="-10000" contrast="3000"/>
          </a:blip>
          <a:srcRect/>
          <a:stretch>
            <a:fillRect/>
          </a:stretch>
        </p:blipFill>
        <p:spPr bwMode="auto">
          <a:xfrm>
            <a:off x="1285852" y="857232"/>
            <a:ext cx="5572164" cy="521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348" y="397296"/>
            <a:ext cx="928694" cy="443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0503" y="534004"/>
            <a:ext cx="1571636" cy="28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971600" y="463656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Equating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3834" y="100010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(5)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2976" y="1643050"/>
            <a:ext cx="28003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00496" y="1599748"/>
            <a:ext cx="18573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00100" y="2143116"/>
            <a:ext cx="7295206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71538" y="3357562"/>
            <a:ext cx="7398826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0000" contrast="23000"/>
          </a:blip>
          <a:srcRect/>
          <a:stretch>
            <a:fillRect/>
          </a:stretch>
        </p:blipFill>
        <p:spPr bwMode="auto">
          <a:xfrm>
            <a:off x="1000100" y="500042"/>
            <a:ext cx="7378448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5712" y="500042"/>
            <a:ext cx="63246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8857" y="571480"/>
            <a:ext cx="117157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357290" y="1142984"/>
            <a:ext cx="499690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3357554" y="1643050"/>
            <a:ext cx="5284311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00166" y="2214554"/>
            <a:ext cx="9239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7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621879" y="2857496"/>
            <a:ext cx="56864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8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428728" y="3429000"/>
            <a:ext cx="74199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9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451079" y="4214818"/>
            <a:ext cx="758541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10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214414" y="5072073"/>
            <a:ext cx="6429420" cy="1380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0000"/>
          </a:blip>
          <a:srcRect/>
          <a:stretch>
            <a:fillRect/>
          </a:stretch>
        </p:blipFill>
        <p:spPr bwMode="auto">
          <a:xfrm>
            <a:off x="1857356" y="1214422"/>
            <a:ext cx="714380" cy="422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11000" contrast="24000"/>
          </a:blip>
          <a:srcRect/>
          <a:stretch>
            <a:fillRect/>
          </a:stretch>
        </p:blipFill>
        <p:spPr bwMode="auto">
          <a:xfrm>
            <a:off x="2500298" y="1142984"/>
            <a:ext cx="33432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>
            <a:lum bright="-11000" contrast="24000"/>
          </a:blip>
          <a:srcRect/>
          <a:stretch>
            <a:fillRect/>
          </a:stretch>
        </p:blipFill>
        <p:spPr bwMode="auto">
          <a:xfrm>
            <a:off x="1928794" y="1928802"/>
            <a:ext cx="785818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>
            <a:lum bright="-11000" contrast="24000"/>
          </a:blip>
          <a:srcRect/>
          <a:stretch>
            <a:fillRect/>
          </a:stretch>
        </p:blipFill>
        <p:spPr bwMode="auto">
          <a:xfrm>
            <a:off x="2714611" y="1857364"/>
            <a:ext cx="3482601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E4769B-6EB4-4B57-A5A8-9B4BDB6DE3A9}"/>
              </a:ext>
            </a:extLst>
          </p:cNvPr>
          <p:cNvSpPr/>
          <p:nvPr/>
        </p:nvSpPr>
        <p:spPr>
          <a:xfrm>
            <a:off x="1907704" y="764704"/>
            <a:ext cx="4572000" cy="48518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AU" b="1" dirty="0"/>
              <a:t>Text Books</a:t>
            </a:r>
            <a:r>
              <a:rPr lang="en-AU" dirty="0"/>
              <a:t>.  A First Course in Differential Equations with </a:t>
            </a:r>
            <a:r>
              <a:rPr lang="en-AU" dirty="0" err="1"/>
              <a:t>Modelingand</a:t>
            </a:r>
            <a:r>
              <a:rPr lang="en-AU" dirty="0"/>
              <a:t>  Applications, (10th Edition,  Author-Dennis G. </a:t>
            </a:r>
            <a:r>
              <a:rPr lang="en-AU" dirty="0" err="1"/>
              <a:t>Zill</a:t>
            </a:r>
            <a:r>
              <a:rPr lang="en-AU" dirty="0"/>
              <a:t>.)</a:t>
            </a:r>
            <a:endParaRPr lang="en-US" dirty="0"/>
          </a:p>
          <a:p>
            <a:pPr>
              <a:lnSpc>
                <a:spcPct val="115000"/>
              </a:lnSpc>
            </a:pPr>
            <a:endParaRPr lang="en-AU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AU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AU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Exercises </a:t>
            </a: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Exercise: 6.1  Page-237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#23,25,26,31,34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Exercise: 6.2  Page-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#8,9,15,17,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Exercise: 6.3  Page-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1,3,4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300</TotalTime>
  <Words>59</Words>
  <Application>Microsoft Office PowerPoint</Application>
  <PresentationFormat>On-screen Show (4:3)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Berlin Sans FB</vt:lpstr>
      <vt:lpstr>Calibri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NSU</cp:lastModifiedBy>
  <cp:revision>24</cp:revision>
  <dcterms:created xsi:type="dcterms:W3CDTF">2016-03-16T03:08:33Z</dcterms:created>
  <dcterms:modified xsi:type="dcterms:W3CDTF">2023-10-29T05:37:26Z</dcterms:modified>
</cp:coreProperties>
</file>